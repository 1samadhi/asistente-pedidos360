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 y decir en una frase qué hace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¿por qué esto le cuesta dinero a la organización? Hablar de horas de ingeniería y de fricción comercial al adherir comercios.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última pregunta en voz alta. Es el caso que justifica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A RESPONDER: ¿por qué RAG y no el modelo respondiendo de memoria? ¿Por qué los embeddings corren en local?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gana la organización con un agente que decide, frente a un menú de opciones fijo?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aporta el RFC que no aporte el README?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RESPONDER: ¿qué decisión tomaría distinto la organización si estas cifras fueran peores?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más valiosa: muestra criterio, no solo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limitaciones no resta: muestra que se entiende dónde falla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demostración en vivo si hay tiempo: una pregunta de cada 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6F63"/>
                </a:solidFill>
                <a:latin typeface="Calibri"/>
              </a:rPr>
              <a:t>EVALUACIÓN PARCIAL N°1 · ISY0101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1B2430"/>
                </a:solidFill>
                <a:latin typeface="Calibri"/>
              </a:rPr>
              <a:t>Asistente de integración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1B2430"/>
                </a:solidFill>
                <a:latin typeface="Calibri"/>
              </a:rPr>
              <a:t>para Pedidos360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B6672"/>
                </a:solidFill>
                <a:latin typeface="Calibri"/>
              </a:rPr>
              <a:t>Una solución con LLM y RAG para el onboarding técnico de comercios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B2430"/>
                </a:solidFill>
                <a:latin typeface="Calibri"/>
              </a:rPr>
              <a:t>Ismael Oyarzún  ·  Felipe Angel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672"/>
                </a:solidFill>
                <a:latin typeface="Calibri"/>
              </a:rPr>
              <a:t>Ingeniería de Soluciones con IA · Duoc UC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Pedidos360 · plataforma B2B de pedidos con autenticación federada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Cada comercio que se integra necesita que un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desarrollador entienda: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emisor de identidad le corresponde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cómo obtener un token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scopes necesita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qué significa cada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920240"/>
            <a:ext cx="4846320" cy="2651760"/>
          </a:xfrm>
          <a:prstGeom prst="rect">
            <a:avLst/>
          </a:prstGeom>
          <a:solidFill>
            <a:srgbClr val="F4F6F5"/>
          </a:solidFill>
          <a:ln w="25400">
            <a:solidFill>
              <a:srgbClr val="B4472B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12280" y="21488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Comprobado en producción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Token válido, emisor correcto,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scopes correctos: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GET /v1/pedidos  →  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La respuesta existe, pero repartida entre un README, seis documentos técnicos,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un CHANGELOG, dos colecciones de API y el código fuente.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Qué construimos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Un asistente que responde consultas de integración, citando sus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«¿Cómo obtengo un token?»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139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documentación propia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«¿Qué significa el claim aud?»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00837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fuente externa · RFC 7519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«¿Cuántos pedidos llevo?»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87705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API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«¿Cómo lo obtengo por API y cuántos llevo?»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7457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6F63"/>
                </a:solidFill>
                <a:latin typeface="Calibri"/>
              </a:rPr>
              <a:t>las dos cosas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B6672"/>
                </a:solidFill>
                <a:latin typeface="Calibri"/>
              </a:rPr>
              <a:t>La última es la que obliga a un agente: ninguna herramienta la responde sola.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Cómo se responde una pregunta</a:t>
            </a:r>
          </a:p>
        </p:txBody>
      </p:sp>
      <p:pic>
        <p:nvPicPr>
          <p:cNvPr id="3" name="Picture 2" descr="slid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874519"/>
            <a:ext cx="11247120" cy="3690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El modelo elige la herramienta</a:t>
            </a:r>
          </a:p>
        </p:txBody>
      </p:sp>
      <p:pic>
        <p:nvPicPr>
          <p:cNvPr id="3" name="Picture 2" descr="slide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783080"/>
            <a:ext cx="11247120" cy="399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Dos orígenes, etiquetados por separado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El indicador IE3 pide fuentes internas y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6F63"/>
                </a:solidFill>
                <a:latin typeface="Calibri"/>
              </a:rPr>
              <a:t>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10 documentos de Pedidos360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7.210 palabras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README, guías técnicas, CHANGELOG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y una guía de errores que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escribimos al detectar el vacío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5B6672"/>
                </a:solidFill>
                <a:latin typeface="Calibri"/>
              </a:rPr>
              <a:t>EXTERNO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RFC 6749 · OAuth 2.0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RFC 7519 · JWT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OWASP API Top 10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~4.100 palabras, acotadas a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1B2430"/>
                </a:solidFill>
                <a:latin typeface="Calibri"/>
              </a:rPr>
              <a:t>las secciones pertinentes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Los RFC completos son 29.000 palabras en inglés: incluirlos enteros desbalancea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la recuperación frente a la documentación propia en español.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Resultados medidos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Set de 30 preguntas con fuente esperada y respuesta de referencia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Estrategia de recuperación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Context recall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Precisión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B6672"/>
                          </a:solidFill>
                        </a:rPr>
                        <a:t>Sin fuente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Solo semántica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Híbrida, pesos iguales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0,51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B243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Híbrida 0,8 / 0,2 con tope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0,92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0,45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F6F6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B2430"/>
                </a:solidFill>
                <a:latin typeface="Calibri"/>
              </a:rPr>
              <a:t>Generación, sobre las 30 preguntas:   fidelidad 0,95   ·   relevancia 0,98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La precisión se lee contra su techo: con 5 fragmentos y tope de 2 por archivo,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una pregunta con una sola fuente no puede pasar de 2/5. El máximo del set es 0,55.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Tres cosas que salieron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704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B6672"/>
                </a:solidFill>
                <a:latin typeface="Calibri"/>
              </a:rPr>
              <a:t>Y que solo aparecieron al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Nuestra mejora empeoró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La primera versión híbrida, con pesos iguales, dio precisión 0,35 frente al 0,58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de la búsqueda semántica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Una respuesta correcta puede no estar fundamentada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Tres respuestas acertadas venían de la memoria del modelo, no del contexto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recuperado. La métrica de fidelidad las detectó.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F6F63"/>
                </a:solidFill>
                <a:latin typeface="Calibri"/>
              </a:rPr>
              <a:t>La recuperación no encuentra lo que no está escrito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B2430"/>
                </a:solidFill>
                <a:latin typeface="Calibri"/>
              </a:rPr>
              <a:t>El fallo del 401 no era del recuperador: la respuesta no existía en el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B2430"/>
                </a:solidFill>
                <a:latin typeface="Calibri"/>
              </a:rPr>
              <a:t>Limitaciones que declaramos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El set de 30 preguntas lo escribió quien conocía los documentos: comparte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vocabulario con ellos más de lo que lo haría un usuario real.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El juez es un modelo de lenguaje. Verificamos que discrimina, pero sigue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siendo un modelo evaluando a otro.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Groq no ofrece embeddings, así que usamos un modelo local pequeño. Eso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limita la búsqueda semántica y es parte de por qué hizo falta la léxica.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·  La API depende de un laboratorio académico. El asistente funciona sin ella: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B2430"/>
                </a:solidFill>
                <a:latin typeface="Calibri"/>
              </a:rPr>
              <a:t>    avisa de que no puede consultar datos en vez de inventarlos.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B2430"/>
                </a:solidFill>
                <a:latin typeface="Calibri"/>
              </a:rPr>
              <a:t>El asistente no modifica Pedidos360: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F6F63"/>
                </a:solidFill>
                <a:latin typeface="Calibri"/>
              </a:rPr>
              <a:t>lo consume como cualquier comercio integrado.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>Repositorio, informe, diagramas, evidencia de pruebas y notebook de demostración: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B6672"/>
                </a:solidFill>
                <a:latin typeface="Calibri"/>
              </a:rPr>
              <a:t>github.com/1samadhi/asistente-pedidos360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B2430"/>
                </a:solidFill>
                <a:latin typeface="Calibri"/>
              </a:rPr>
              <a:t>Ismael Oyarzún  ·  Felipe Angel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